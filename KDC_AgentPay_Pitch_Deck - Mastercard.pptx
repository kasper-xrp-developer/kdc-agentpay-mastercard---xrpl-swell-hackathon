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KDC AGENTPAY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Autonomous AI payments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Mastercard AP4M × RLUSD × XRP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THE NEXT GENERATION OF MACHINE 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AI agents can buy services, but payment approval is still designed around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Repeated checkout interrupts autonomous workflows. Businesses need limits, accountability and verifiable settlement.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Pre-authorize the agent, not every individual purchase.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KDC AgentPay checks each request against policy, initiates an AP4M payment and verifies RLUSD settlement on XRPL.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 b="0">
                <a:solidFill>
                  <a:srgbClr val="DEEBF3"/>
                </a:solidFill>
                <a:latin typeface="Aptos"/>
              </a:defRPr>
            </a:pPr>
            <a:r>
              <a:t>01  Agent discovers an approved API or service</a:t>
            </a:r>
          </a:p>
          <a:p>
            <a:pPr>
              <a:spcAft>
                <a:spcPts val="1700"/>
              </a:spcAft>
              <a:defRPr sz="2100" b="0">
                <a:solidFill>
                  <a:srgbClr val="DEEBF3"/>
                </a:solidFill>
                <a:latin typeface="Aptos"/>
              </a:defRPr>
            </a:pPr>
            <a:r>
              <a:t>02  Policy checks merchant, amount and daily budget</a:t>
            </a:r>
          </a:p>
          <a:p>
            <a:pPr>
              <a:spcAft>
                <a:spcPts val="1700"/>
              </a:spcAft>
              <a:defRPr sz="2100" b="0">
                <a:solidFill>
                  <a:srgbClr val="DEEBF3"/>
                </a:solidFill>
                <a:latin typeface="Aptos"/>
              </a:defRPr>
            </a:pPr>
            <a:r>
              <a:t>03  AP4M adapter initiates agentic payment</a:t>
            </a:r>
          </a:p>
          <a:p>
            <a:pPr>
              <a:spcAft>
                <a:spcPts val="1700"/>
              </a:spcAft>
              <a:defRPr sz="2100" b="0">
                <a:solidFill>
                  <a:srgbClr val="DEEBF3"/>
                </a:solidFill>
                <a:latin typeface="Aptos"/>
              </a:defRPr>
            </a:pPr>
            <a:r>
              <a:t>04  Authorized wallet submits RLUSD on XRPL</a:t>
            </a:r>
          </a:p>
          <a:p>
            <a:pPr>
              <a:spcAft>
                <a:spcPts val="1700"/>
              </a:spcAft>
              <a:defRPr sz="2100" b="0">
                <a:solidFill>
                  <a:srgbClr val="DEEBF3"/>
                </a:solidFill>
                <a:latin typeface="Aptos"/>
              </a:defRPr>
            </a:pPr>
            <a:r>
              <a:t>05  Agent verifies settlement and logs receipt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No per-transaction human approval inside pre-set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SECURITY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Merchant allowlist  •  Transaction caps  •  Daily budgets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Replay protection  •  Audit history  •  Emergency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Autonomy operates inside explicit financial permissions.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API and data purchases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AI inference and cloud resources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Machine-to-machine supplier payments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Enterprise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Target users: developers, fintechs, enterprises and API marketplaces.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Agent requests market-data API access: 0.25 RLUSD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Policy authorizes purchase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AP4M coordinates the payment request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XRPL confirms RLUSD settlement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Receipt and transaction hash appear 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Illustrative target demo — not a claim of completed live settlement.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Developer subscription tiers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Enterprise orchestration plans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Usage-based platform fees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Managed integration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Commercial model subject to partner agreements and regulation.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BUILD 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Starter dashboard and policy-engine prototype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Connect verified AP4M sandbox endpoints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Configure RLUSD Testnet wallet and merchant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Demonstrate one verified end-to-end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AP4M API contract and live transaction proof still outstanding.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400" b="1">
                <a:solidFill>
                  <a:srgbClr val="58E99B"/>
                </a:solidFill>
                <a:latin typeface="Aptos"/>
              </a:defRPr>
            </a:pPr>
            <a:r>
              <a:t>KDC  /  AGENTPAY                                      MASTERCARD AP4M  × 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Mastercard AP4M sandbox access + API documentation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XRPL Testnet RLUSD liquidity and demo merchant</a:t>
            </a:r>
          </a:p>
          <a:p>
            <a:pPr>
              <a:spcAft>
                <a:spcPts val="1700"/>
              </a:spcAft>
              <a:defRPr sz="2300" b="0">
                <a:solidFill>
                  <a:srgbClr val="DEEBF3"/>
                </a:solidFill>
                <a:latin typeface="Aptos"/>
              </a:defRPr>
            </a:pPr>
            <a:r>
              <a:t>Hackathon mentorship and integration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300" b="0">
                <a:solidFill>
                  <a:srgbClr val="58E99B"/>
                </a:solidFill>
                <a:latin typeface="Aptos"/>
              </a:defRPr>
            </a:pPr>
            <a:r>
              <a:t>KDC AgentPay — giving AI agents the ability to pay, safely.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100" b="0">
                <a:solidFill>
                  <a:srgbClr val="9BAFB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